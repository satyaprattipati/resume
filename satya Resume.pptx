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5"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1" orient="horz" pos="2341">
          <p15:clr>
            <a:srgbClr val="A4A3A4"/>
          </p15:clr>
        </p15:guide>
        <p15:guide id="2" pos="365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300" y="56"/>
      </p:cViewPr>
      <p:guideLst>
        <p:guide orient="horz" pos="2341"/>
        <p:guide pos="3659"/>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t>21/06/2022</a:t>
            </a:fld>
            <a:endParaRPr lang="pt-PT" sz="90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t>‹#›</a:t>
            </a:fld>
            <a:endParaRPr lang="pt-PT" sz="9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t>21/06/2022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t>‹#›</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nl-NL" altLang="nl-NL"/>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68" name="think-cell Slide" r:id="rId6" imgW="12700" imgH="12700" progId="">
                  <p:embed/>
                </p:oleObj>
              </mc:Choice>
              <mc:Fallback>
                <p:oleObj name="think-cell Slide" r:id="rId6" imgW="12700" imgH="1270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92" name="think-cell Slide" r:id="rId7" imgW="12700" imgH="12700" progId="">
                  <p:embed/>
                </p:oleObj>
              </mc:Choice>
              <mc:Fallback>
                <p:oleObj name="think-cell Slide" r:id="rId7" imgW="12700" imgH="1270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a:t>Click to </a:t>
            </a:r>
            <a:r>
              <a:rPr lang="fr-FR" err="1"/>
              <a:t>edit</a:t>
            </a:r>
            <a:r>
              <a:rPr lang="fr-FR"/>
              <a:t> Master </a:t>
            </a:r>
            <a:r>
              <a:rPr lang="fr-FR" err="1"/>
              <a:t>text</a:t>
            </a:r>
            <a:r>
              <a:rPr lang="fr-FR"/>
              <a:t>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116" name="think-cell Slide" r:id="rId7" imgW="12700" imgH="12700" progId="">
                  <p:embed/>
                </p:oleObj>
              </mc:Choice>
              <mc:Fallback>
                <p:oleObj name="think-cell Slide" r:id="rId7" imgW="12700" imgH="1270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40" name="think-cell Slide" r:id="rId9" imgW="12700" imgH="12700" progId="">
                  <p:embed/>
                </p:oleObj>
              </mc:Choice>
              <mc:Fallback>
                <p:oleObj name="think-cell Slide" r:id="rId9" imgW="12700" imgH="1270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a:t>Click to edit Master text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7188" name="think-cell Slide" r:id="rId5" imgW="12700" imgH="12700" progId="">
                  <p:embed/>
                </p:oleObj>
              </mc:Choice>
              <mc:Fallback>
                <p:oleObj name="think-cell Slide" r:id="rId5" imgW="12700" imgH="1270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8212" name="think-cell Slide" r:id="rId4" imgW="12700" imgH="12700" progId="">
                  <p:embed/>
                </p:oleObj>
              </mc:Choice>
              <mc:Fallback>
                <p:oleObj name="think-cell Slide" r:id="rId4" imgW="12700" imgH="1270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hasCustomPrompt="1"/>
          </p:nvPr>
        </p:nvSpPr>
        <p:spPr bwMode="gray">
          <a:xfrm>
            <a:off x="321579" y="990600"/>
            <a:ext cx="11582400" cy="5029200"/>
          </a:xfrm>
        </p:spPr>
        <p:txBody>
          <a:bodyPr/>
          <a:lstStyle/>
          <a:p>
            <a:pPr lvl="0"/>
            <a:r>
              <a:rPr lang="en-US" noProof="0"/>
              <a:t>Click icon to add table</a:t>
            </a:r>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ln>
          <a:effectLst/>
        </p:spPr>
        <p:txBody>
          <a:bodyPr/>
          <a:lstStyle/>
          <a:p>
            <a:pPr lvl="0"/>
            <a:r>
              <a:rPr lang="en-US"/>
              <a:t>Click to edit Master title style</a:t>
            </a:r>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panose="020B0604020202020204" pitchFamily="34" charset="0"/>
              </a:defRPr>
            </a:lvl1pPr>
          </a:lstStyle>
          <a:p>
            <a:fld id="{425404F2-BE9A-4460-8815-8F645183555F}" type="datetimeFigureOut">
              <a:rPr lang="en-US" smtClean="0"/>
              <a:t>6/21/2022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t>‹#›</a:t>
            </a:fld>
            <a:endParaRPr 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56" name="think-cell Slide" r:id="rId4" imgW="12700" imgH="12700" progId="TCLayout.ActiveDocument.1">
                  <p:embed/>
                </p:oleObj>
              </mc:Choice>
              <mc:Fallback>
                <p:oleObj name="think-cell Slide" r:id="rId4" imgW="12700" imgH="1270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380"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6404"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a:fillRect/>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3572" name="think-cell Slide" r:id="rId4" imgW="12700" imgH="12700" progId="TCLayout.ActiveDocument.1">
                  <p:embed/>
                </p:oleObj>
              </mc:Choice>
              <mc:Fallback>
                <p:oleObj name="think-cell Slide" r:id="rId4" imgW="12700" imgH="1270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4596"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3" name="Freeform 12"/>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panose="020B0604020202020204"/>
              </a:rPr>
              <a:t>This message contains information that may be privileged or confidential and is the property of the Capgemini Group.</a:t>
            </a:r>
            <a:br>
              <a:rPr lang="en-US" sz="800" noProof="0">
                <a:solidFill>
                  <a:schemeClr val="bg1"/>
                </a:solidFill>
                <a:latin typeface="+mn-lt"/>
                <a:cs typeface="Arial" panose="020B0604020202020204"/>
              </a:rPr>
            </a:br>
            <a:r>
              <a:rPr lang="en-US" sz="800" noProof="0">
                <a:solidFill>
                  <a:schemeClr val="bg1"/>
                </a:solidFill>
                <a:latin typeface="Arial" panose="020B0604020202020204"/>
                <a:cs typeface="Arial" panose="020B0604020202020204"/>
              </a:rPr>
              <a:t>Copyright © 2019 Capgemini. All rights reserved.</a:t>
            </a:r>
          </a:p>
          <a:p>
            <a:pPr marL="0" marR="0" indent="0" defTabSz="957580" rtl="0" eaLnBrk="1" fontAlgn="auto" latinLnBrk="0" hangingPunct="1">
              <a:lnSpc>
                <a:spcPct val="100000"/>
              </a:lnSpc>
              <a:spcBef>
                <a:spcPts val="0"/>
              </a:spcBef>
              <a:spcAft>
                <a:spcPts val="600"/>
              </a:spcAft>
              <a:buClrTx/>
              <a:buSzTx/>
              <a:buFontTx/>
              <a:buNone/>
              <a:defRPr/>
            </a:pPr>
            <a:r>
              <a:rPr lang="en-US" sz="800" noProof="0">
                <a:solidFill>
                  <a:schemeClr val="bg1"/>
                </a:solidFill>
                <a:latin typeface="Arial" panose="020B0604020202020204"/>
                <a:cs typeface="Arial" panose="020B0604020202020204"/>
              </a:rPr>
              <a:t>Rightshore</a:t>
            </a:r>
            <a:r>
              <a:rPr lang="en-US" sz="800" baseline="30000" noProof="0">
                <a:solidFill>
                  <a:schemeClr val="bg1"/>
                </a:solidFill>
                <a:latin typeface="Arial" panose="020B0604020202020204"/>
                <a:cs typeface="Arial" panose="020B0604020202020204"/>
              </a:rPr>
              <a:t>®</a:t>
            </a:r>
            <a:r>
              <a:rPr lang="en-US" sz="800" noProof="0">
                <a:solidFill>
                  <a:schemeClr val="bg1"/>
                </a:solidFill>
                <a:latin typeface="Arial" panose="020B0604020202020204"/>
                <a:cs typeface="Arial" panose="020B0604020202020204"/>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panose="020B0604020202020204"/>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30" name="Rectangle 29">
            <a:hlinkClick r:id="rId13"/>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a:solidFill>
                  <a:schemeClr val="tx1"/>
                </a:solidFill>
              </a:rPr>
              <a:t>Learn more about us at</a:t>
            </a:r>
            <a:br>
              <a:rPr lang="en-US" sz="900">
                <a:solidFill>
                  <a:schemeClr val="tx1"/>
                </a:solidFill>
              </a:rPr>
            </a:br>
            <a:r>
              <a:rPr lang="en-US" sz="1400">
                <a:solidFill>
                  <a:schemeClr val="accent2"/>
                </a:solidFill>
              </a:rPr>
              <a:t>www.capgemini.com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7668" name="think-cell Slide" r:id="rId4" imgW="12700" imgH="12700" progId="TCLayout.ActiveDocument.1">
                  <p:embed/>
                </p:oleObj>
              </mc:Choice>
              <mc:Fallback>
                <p:oleObj name="think-cell Slide" r:id="rId4" imgW="12700" imgH="1270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ln>
        </p:spPr>
        <p:txBody>
          <a:bodyPr vert="horz" wrap="square" lIns="91440" tIns="45720" rIns="91440" bIns="45720" numCol="1" anchor="t" anchorCtr="0" compatLnSpc="1"/>
          <a:lstStyle/>
          <a:p>
            <a:endParaRPr lang="en-GB"/>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sp>
          <p:nvSpPr>
            <p:cNvPr id="18" name="Freeform 13"/>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sp>
          <p:nvSpPr>
            <p:cNvPr id="19" name="Freeform 14"/>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sp>
          <p:nvSpPr>
            <p:cNvPr id="20" name="Freeform 15"/>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Strengths</a:t>
            </a:r>
          </a:p>
        </p:txBody>
      </p:sp>
      <p:sp>
        <p:nvSpPr>
          <p:cNvPr id="13" name="TextBox 12"/>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Achievement </a:t>
            </a:r>
          </a:p>
        </p:txBody>
      </p:sp>
      <p:sp>
        <p:nvSpPr>
          <p:cNvPr id="14" name="TextBox 13"/>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p:cNvGrpSpPr/>
          <p:nvPr userDrawn="1"/>
        </p:nvGrpSpPr>
        <p:grpSpPr bwMode="auto">
          <a:xfrm>
            <a:off x="2349500" y="1057275"/>
            <a:ext cx="1566863" cy="1108075"/>
            <a:chOff x="2384425" y="1239838"/>
            <a:chExt cx="1143000" cy="898525"/>
          </a:xfrm>
        </p:grpSpPr>
        <p:sp>
          <p:nvSpPr>
            <p:cNvPr id="17" name="TextBox 11"/>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Base Location:</a:t>
              </a:r>
            </a:p>
          </p:txBody>
        </p:sp>
        <p:sp>
          <p:nvSpPr>
            <p:cNvPr id="18" name="TextBox 12"/>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Email ID:</a:t>
              </a:r>
            </a:p>
          </p:txBody>
        </p:sp>
        <p:sp>
          <p:nvSpPr>
            <p:cNvPr id="19" name="TextBox 13"/>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Mobile No:</a:t>
              </a:r>
            </a:p>
          </p:txBody>
        </p:sp>
        <p:sp>
          <p:nvSpPr>
            <p:cNvPr id="20" name="Rectangle 19"/>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Grade:</a:t>
            </a:r>
          </a:p>
        </p:txBody>
      </p:sp>
      <p:pic>
        <p:nvPicPr>
          <p:cNvPr id="24" name="Picture 8" descr="Strengths"/>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a:t>Click to edit Master text styles</a:t>
            </a:r>
          </a:p>
          <a:p>
            <a:pPr lvl="1"/>
            <a:r>
              <a:rPr lang="en-US"/>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defRPr sz="1400">
                <a:solidFill>
                  <a:schemeClr val="bg1"/>
                </a:solidFill>
              </a:defRPr>
            </a:lvl1pPr>
          </a:lstStyle>
          <a:p>
            <a:pPr lvl="0"/>
            <a:r>
              <a:rPr lang="en-US"/>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44" name="think-cell Slide" r:id="rId25" imgW="12700" imgH="12700" progId="">
                  <p:embed/>
                </p:oleObj>
              </mc:Choice>
              <mc:Fallback>
                <p:oleObj name="think-cell Slide" r:id="rId25" imgW="12700" imgH="1270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Freeform 4"/>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ln>
          <a:effectLst>
            <a:outerShdw blurRad="50800" dist="25400" dir="5400000" algn="t" rotWithShape="0">
              <a:prstClr val="black">
                <a:alpha val="31000"/>
              </a:prstClr>
            </a:outerShdw>
          </a:effectLst>
        </p:spPr>
        <p:txBody>
          <a:bodyPr vert="horz" wrap="square" lIns="99563" tIns="49782" rIns="99563" bIns="49782" numCol="1" anchor="t" anchorCtr="0" compatLnSpc="1"/>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p:cNvGrpSpPr/>
          <p:nvPr/>
        </p:nvGrpSpPr>
        <p:grpSpPr>
          <a:xfrm>
            <a:off x="11501102" y="171573"/>
            <a:ext cx="419436" cy="388988"/>
            <a:chOff x="11501102" y="171573"/>
            <a:chExt cx="419436" cy="388988"/>
          </a:xfrm>
        </p:grpSpPr>
        <p:sp>
          <p:nvSpPr>
            <p:cNvPr id="16"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7"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3" name="Rectangle 22"/>
          <p:cNvSpPr>
            <a:spLocks noChangeArrowheads="1"/>
          </p:cNvSpPr>
          <p:nvPr>
            <p:custDataLst>
              <p:tags r:id="rId24"/>
            </p:custDataLst>
          </p:nvPr>
        </p:nvSpPr>
        <p:spPr bwMode="auto">
          <a:xfrm>
            <a:off x="8297642" y="6623414"/>
            <a:ext cx="3274639" cy="183503"/>
          </a:xfrm>
          <a:prstGeom prst="rect">
            <a:avLst/>
          </a:prstGeom>
          <a:noFill/>
          <a:ln w="19050">
            <a:noFill/>
            <a:miter lim="800000"/>
          </a:ln>
          <a:effectLst/>
        </p:spPr>
        <p:txBody>
          <a:bodyPr wrap="square" lIns="35997" tIns="35997" rIns="35997" bIns="35997" anchor="b" anchorCtr="0">
            <a:noAutofit/>
          </a:bodyPr>
          <a:lstStyle/>
          <a:p>
            <a:pPr marL="0" marR="0" lvl="0" indent="0" algn="r" defTabSz="995680" rtl="0" eaLnBrk="0" fontAlgn="auto" latinLnBrk="0" hangingPunct="0">
              <a:lnSpc>
                <a:spcPct val="90000"/>
              </a:lnSpc>
              <a:spcBef>
                <a:spcPct val="10000"/>
              </a:spcBef>
              <a:spcAft>
                <a:spcPts val="0"/>
              </a:spcAft>
              <a:buClrTx/>
              <a:buSzTx/>
              <a:buFontTx/>
              <a:buNone/>
              <a:defRPr/>
            </a:pPr>
            <a:r>
              <a:rPr lang="en-US" altLang="en-US" sz="700" b="0" i="0" noProof="0">
                <a:solidFill>
                  <a:schemeClr val="tx2"/>
                </a:solidFill>
                <a:latin typeface="+mj-lt"/>
                <a:cs typeface="Helvetica Light"/>
              </a:rPr>
              <a:t>Copyright © Capgemini 2018. All Rights Reserved</a:t>
            </a:r>
          </a:p>
        </p:txBody>
      </p:sp>
      <p:grpSp>
        <p:nvGrpSpPr>
          <p:cNvPr id="13" name="Groupe 1"/>
          <p:cNvGrpSpPr/>
          <p:nvPr userDrawn="1"/>
        </p:nvGrpSpPr>
        <p:grpSpPr>
          <a:xfrm>
            <a:off x="11501102" y="171573"/>
            <a:ext cx="419436" cy="388988"/>
            <a:chOff x="11501102" y="171573"/>
            <a:chExt cx="419436" cy="388988"/>
          </a:xfrm>
        </p:grpSpPr>
        <p:sp>
          <p:nvSpPr>
            <p:cNvPr id="18"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9"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0"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a:solidFill>
                <a:schemeClr val="bg1">
                  <a:lumMod val="65000"/>
                </a:schemeClr>
              </a:solidFill>
              <a:cs typeface="Arial" panose="020B0604020202020204" pitchFamily="34" charset="0"/>
            </a:endParaRPr>
          </a:p>
        </p:txBody>
      </p:sp>
      <p:sp>
        <p:nvSpPr>
          <p:cNvPr id="24"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err="1">
                <a:solidFill>
                  <a:schemeClr val="bg1">
                    <a:lumMod val="65000"/>
                  </a:schemeClr>
                </a:solidFill>
              </a:rPr>
              <a:t>PresentationTitle</a:t>
            </a:r>
            <a:r>
              <a:rPr lang="en-US">
                <a:solidFill>
                  <a:schemeClr val="bg1">
                    <a:lumMod val="65000"/>
                  </a:schemeClr>
                </a:solidFill>
              </a:rPr>
              <a:t> | Author | Date</a:t>
            </a:r>
          </a:p>
        </p:txBody>
      </p:sp>
      <p:grpSp>
        <p:nvGrpSpPr>
          <p:cNvPr id="25" name="Groupe 2"/>
          <p:cNvGrpSpPr/>
          <p:nvPr userDrawn="1"/>
        </p:nvGrpSpPr>
        <p:grpSpPr>
          <a:xfrm>
            <a:off x="12355040" y="33161"/>
            <a:ext cx="360000" cy="1800000"/>
            <a:chOff x="12355040" y="33161"/>
            <a:chExt cx="360000" cy="1800000"/>
          </a:xfrm>
        </p:grpSpPr>
        <p:sp>
          <p:nvSpPr>
            <p:cNvPr id="26" name="Rectangle 25"/>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4"/>
          <p:cNvGrpSpPr/>
          <p:nvPr userDrawn="1"/>
        </p:nvGrpSpPr>
        <p:grpSpPr>
          <a:xfrm>
            <a:off x="12355040" y="1954479"/>
            <a:ext cx="360000" cy="4875772"/>
            <a:chOff x="12355040" y="1954479"/>
            <a:chExt cx="360000" cy="4875772"/>
          </a:xfrm>
        </p:grpSpPr>
        <p:sp>
          <p:nvSpPr>
            <p:cNvPr id="32" name="Rectangle 31"/>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a:p>
          </p:txBody>
        </p:sp>
        <p:sp>
          <p:nvSpPr>
            <p:cNvPr id="33" name="Rectangle 32"/>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a:p>
          </p:txBody>
        </p:sp>
        <p:sp>
          <p:nvSpPr>
            <p:cNvPr id="34" name="Rectangle 33"/>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5" name="Rectangle 34"/>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6" name="Rectangle 35"/>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7" name="Rectangle 36"/>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8" name="Rectangle 37"/>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9" name="Rectangle 38"/>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0" name="Rectangle 39"/>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1" name="Rectangle 40"/>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2" name="Rectangle 41"/>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3" name="Rectangle 42"/>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4" name="Rectangle 43"/>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5" name="Rectangle 44"/>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370" indent="-166370" algn="l" defTabSz="914400" rtl="0" eaLnBrk="1" latinLnBrk="0" hangingPunct="1">
        <a:lnSpc>
          <a:spcPct val="90000"/>
        </a:lnSpc>
        <a:spcBef>
          <a:spcPts val="0"/>
        </a:spcBef>
        <a:spcAft>
          <a:spcPts val="600"/>
        </a:spcAft>
        <a:buClr>
          <a:schemeClr val="accent5"/>
        </a:buClr>
        <a:buFont typeface="Wingdings" panose="05000000000000000000" pitchFamily="2" charset="2"/>
        <a:buChar char="§"/>
        <a:defRPr sz="2200" b="0" kern="1200">
          <a:solidFill>
            <a:schemeClr val="tx2">
              <a:lumMod val="50000"/>
            </a:schemeClr>
          </a:solidFill>
          <a:latin typeface="+mn-lt"/>
          <a:ea typeface="+mn-ea"/>
          <a:cs typeface="+mn-cs"/>
        </a:defRPr>
      </a:lvl1pPr>
      <a:lvl2pPr marL="355600" indent="-180975" algn="l" defTabSz="914400" rtl="0" eaLnBrk="1" latinLnBrk="0" hangingPunct="1">
        <a:lnSpc>
          <a:spcPct val="90000"/>
        </a:lnSpc>
        <a:spcBef>
          <a:spcPts val="0"/>
        </a:spcBef>
        <a:spcAft>
          <a:spcPts val="600"/>
        </a:spcAft>
        <a:buClr>
          <a:schemeClr val="accent3"/>
        </a:buClr>
        <a:buFont typeface="Wingdings" panose="05000000000000000000" pitchFamily="2" charset="2"/>
        <a:buChar char="§"/>
        <a:defRPr sz="1800" kern="1200">
          <a:solidFill>
            <a:schemeClr val="tx2">
              <a:lumMod val="50000"/>
            </a:schemeClr>
          </a:solidFill>
          <a:latin typeface="+mn-lt"/>
          <a:ea typeface="+mn-ea"/>
          <a:cs typeface="+mn-cs"/>
        </a:defRPr>
      </a:lvl2pPr>
      <a:lvl3pPr marL="536575" indent="-1651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600" kern="1200">
          <a:solidFill>
            <a:schemeClr val="tx2">
              <a:lumMod val="50000"/>
            </a:schemeClr>
          </a:solidFill>
          <a:latin typeface="+mn-lt"/>
          <a:ea typeface="+mn-ea"/>
          <a:cs typeface="+mn-cs"/>
        </a:defRPr>
      </a:lvl3pPr>
      <a:lvl4pPr marL="711200" indent="-165100" algn="l" defTabSz="914400" rtl="0" eaLnBrk="1" latinLnBrk="0" hangingPunct="1">
        <a:lnSpc>
          <a:spcPct val="90000"/>
        </a:lnSpc>
        <a:spcBef>
          <a:spcPts val="0"/>
        </a:spcBef>
        <a:spcAft>
          <a:spcPts val="600"/>
        </a:spcAft>
        <a:buClr>
          <a:schemeClr val="bg2"/>
        </a:buClr>
        <a:buFont typeface="Arial" panose="020B0604020202020204" pitchFamily="34" charset="0"/>
        <a:buChar char="–"/>
        <a:defRPr sz="1400" kern="1200">
          <a:solidFill>
            <a:schemeClr val="tx2">
              <a:lumMod val="50000"/>
            </a:schemeClr>
          </a:solidFill>
          <a:latin typeface="+mn-lt"/>
          <a:ea typeface="+mn-ea"/>
          <a:cs typeface="+mn-cs"/>
        </a:defRPr>
      </a:lvl4pPr>
      <a:lvl5pPr marL="1609725" indent="-193675" algn="l" defTabSz="914400" rtl="0" eaLnBrk="1" latinLnBrk="0" hangingPunct="1">
        <a:spcBef>
          <a:spcPts val="0"/>
        </a:spcBef>
        <a:buClr>
          <a:srgbClr val="B1B1B1"/>
        </a:buClr>
        <a:buFont typeface="Arial" panose="020B0604020202020204" pitchFamily="34" charset="0"/>
        <a:buChar char="–"/>
        <a:defRPr sz="1700" kern="1200">
          <a:solidFill>
            <a:srgbClr val="494949"/>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452" name="think-cell Slide" r:id="rId14" imgW="12700" imgH="12700" progId="TCLayout.ActiveDocument.1">
                  <p:embed/>
                </p:oleObj>
              </mc:Choice>
              <mc:Fallback>
                <p:oleObj name="think-cell Slide" r:id="rId14" imgW="12700" imgH="1270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4110"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7"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a:solidFill>
                <a:schemeClr val="bg1">
                  <a:lumMod val="65000"/>
                </a:schemeClr>
              </a:solidFill>
              <a:cs typeface="Arial" panose="020B0604020202020204" pitchFamily="34" charset="0"/>
            </a:endParaRPr>
          </a:p>
        </p:txBody>
      </p:sp>
      <p:sp>
        <p:nvSpPr>
          <p:cNvPr id="6" name="Text Placeholder 7"/>
          <p:cNvSpPr txBox="1"/>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en-US">
                <a:solidFill>
                  <a:schemeClr val="bg1">
                    <a:lumMod val="65000"/>
                  </a:schemeClr>
                </a:solidFill>
              </a:rPr>
              <a:t>© Capgemini 2017. All rights reserved  </a:t>
            </a:r>
            <a:r>
              <a:rPr lang="en-US">
                <a:solidFill>
                  <a:schemeClr val="accent2"/>
                </a:solidFill>
              </a:rPr>
              <a:t>|</a:t>
            </a:r>
          </a:p>
        </p:txBody>
      </p:sp>
      <p:sp>
        <p:nvSpPr>
          <p:cNvPr id="8"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fr-FR"/>
              <a:t>Click to insert </a:t>
            </a:r>
            <a:r>
              <a:rPr lang="fr-FR" err="1"/>
              <a:t>title</a:t>
            </a:r>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txStyles>
    <p:titleStyle>
      <a:lvl1pPr marL="0" marR="0" indent="0" algn="l" defTabSz="914400" rtl="0" eaLnBrk="1" fontAlgn="auto" latinLnBrk="0" hangingPunct="1">
        <a:lnSpc>
          <a:spcPct val="90000"/>
        </a:lnSpc>
        <a:spcBef>
          <a:spcPct val="0"/>
        </a:spcBef>
        <a:spcAft>
          <a:spcPts val="0"/>
        </a:spcAft>
        <a:buClrTx/>
        <a:buSzTx/>
        <a:buFontTx/>
        <a:buNone/>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p:cNvGraphicFramePr>
            <a:graphicFrameLocks noGrp="1"/>
          </p:cNvGraphicFramePr>
          <p:nvPr>
            <p:extLst>
              <p:ext uri="{D42A27DB-BD31-4B8C-83A1-F6EECF244321}">
                <p14:modId xmlns:p14="http://schemas.microsoft.com/office/powerpoint/2010/main" val="3689905975"/>
              </p:ext>
            </p:extLst>
          </p:nvPr>
        </p:nvGraphicFramePr>
        <p:xfrm>
          <a:off x="9229726" y="1477647"/>
          <a:ext cx="2962274" cy="4827681"/>
        </p:xfrm>
        <a:graphic>
          <a:graphicData uri="http://schemas.openxmlformats.org/drawingml/2006/table">
            <a:tbl>
              <a:tblPr firstRow="1" bandRow="1">
                <a:tableStyleId>{0E3FDE45-AF77-4B5C-9715-49D594BDF05E}</a:tableStyleId>
              </a:tblPr>
              <a:tblGrid>
                <a:gridCol w="904874">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750308">
                <a:tc>
                  <a:txBody>
                    <a:bodyPr/>
                    <a:lstStyle/>
                    <a:p>
                      <a:r>
                        <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Java</a:t>
                      </a:r>
                    </a:p>
                  </a:txBody>
                  <a:tcPr/>
                </a:tc>
                <a:tc>
                  <a:txBody>
                    <a:bodyPr/>
                    <a:lstStyle/>
                    <a:p>
                      <a:r>
                        <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Java Basics, OOPS, Generics, Collections, Array, Loops</a:t>
                      </a:r>
                    </a:p>
                  </a:txBody>
                  <a:tcPr/>
                </a:tc>
                <a:extLst>
                  <a:ext uri="{0D108BD9-81ED-4DB2-BD59-A6C34878D82A}">
                    <a16:rowId xmlns:a16="http://schemas.microsoft.com/office/drawing/2014/main" val="236619847"/>
                  </a:ext>
                </a:extLst>
              </a:tr>
              <a:tr h="750308">
                <a:tc>
                  <a:txBody>
                    <a:bodyPr/>
                    <a:lstStyle/>
                    <a:p>
                      <a:r>
                        <a:rPr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React</a:t>
                      </a:r>
                      <a:endPar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endParaRPr>
                    </a:p>
                  </a:txBody>
                  <a:tcPr/>
                </a:tc>
                <a:tc>
                  <a:txBody>
                    <a:bodyPr/>
                    <a:lstStyle/>
                    <a:p>
                      <a:pPr marL="0" lvl="1" indent="0" algn="l" rtl="0" eaLnBrk="1" latinLnBrk="0" hangingPunct="1">
                        <a:buFont typeface="Arial" panose="020B0604020202020204" pitchFamily="34" charset="0"/>
                        <a:buNone/>
                      </a:pPr>
                      <a:r>
                        <a:rPr kumimoji="0" lang="en-US" sz="1500"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Components,</a:t>
                      </a:r>
                      <a:r>
                        <a:rPr lang="en-US" sz="1500"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Hooks, Virtual DOM,</a:t>
                      </a:r>
                      <a:r>
                        <a:rPr kumimoji="0" lang="en-US" sz="1500"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Routing, Forms &amp; Validation</a:t>
                      </a:r>
                    </a:p>
                  </a:txBody>
                  <a:tcPr/>
                </a:tc>
                <a:extLst>
                  <a:ext uri="{0D108BD9-81ED-4DB2-BD59-A6C34878D82A}">
                    <a16:rowId xmlns:a16="http://schemas.microsoft.com/office/drawing/2014/main" val="10006"/>
                  </a:ext>
                </a:extLst>
              </a:tr>
              <a:tr h="909343">
                <a:tc>
                  <a:txBody>
                    <a:bodyPr/>
                    <a:lstStyle/>
                    <a:p>
                      <a:r>
                        <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Database</a:t>
                      </a:r>
                    </a:p>
                  </a:txBody>
                  <a:tcPr/>
                </a:tc>
                <a:tc>
                  <a:txBody>
                    <a:bodyPr/>
                    <a:lstStyle/>
                    <a:p>
                      <a:r>
                        <a:rPr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Mongo DB ,Oracle SQL Server</a:t>
                      </a:r>
                      <a:endPar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endParaRPr>
                    </a:p>
                    <a:p>
                      <a:endPar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7"/>
                  </a:ext>
                </a:extLst>
              </a:tr>
              <a:tr h="750308">
                <a:tc>
                  <a:txBody>
                    <a:bodyPr/>
                    <a:lstStyle/>
                    <a:p>
                      <a:r>
                        <a:rPr kumimoji="0" lang="en-US" sz="1500" b="0" i="0" u="none" strike="noStrike" kern="1200" cap="none" spc="0" normalizeH="0" baseline="0">
                          <a:ln>
                            <a:noFill/>
                          </a:ln>
                          <a:effectLst/>
                          <a:uLnTx/>
                          <a:uFillTx/>
                          <a:latin typeface="Times New Roman" panose="02020603050405020304" pitchFamily="18" charset="0"/>
                          <a:ea typeface="+mn-ea"/>
                          <a:cs typeface="Times New Roman" panose="02020603050405020304" pitchFamily="18" charset="0"/>
                        </a:rPr>
                        <a:t>UI Tech</a:t>
                      </a:r>
                    </a:p>
                  </a:txBody>
                  <a:tcPr/>
                </a:tc>
                <a:tc>
                  <a:txBody>
                    <a:bodyPr/>
                    <a:lstStyle/>
                    <a:p>
                      <a:pPr marL="0" lvl="1" indent="0" algn="l" rtl="0" eaLnBrk="1" latinLnBrk="0" hangingPunct="1">
                        <a:buFont typeface="Arial" panose="020B0604020202020204" pitchFamily="34" charset="0"/>
                        <a:buNone/>
                      </a:pPr>
                      <a:r>
                        <a:rPr kumimoji="0" lang="en-US" sz="1500"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HTML 5 &amp; CSS 3,bootstrap,javaScript,</a:t>
                      </a:r>
                    </a:p>
                    <a:p>
                      <a:pPr marL="0" lvl="1" indent="0" algn="l" rtl="0" eaLnBrk="1" latinLnBrk="0" hangingPunct="1">
                        <a:buFont typeface="Arial" panose="020B0604020202020204" pitchFamily="34" charset="0"/>
                        <a:buNone/>
                      </a:pPr>
                      <a:r>
                        <a:rPr kumimoji="0" lang="en-US" sz="1500"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React </a:t>
                      </a:r>
                      <a:r>
                        <a:rPr kumimoji="0" lang="en-US" sz="1500"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js</a:t>
                      </a:r>
                      <a:endParaRPr kumimoji="0" lang="en-US" sz="1500"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8"/>
                  </a:ext>
                </a:extLst>
              </a:tr>
              <a:tr h="750308">
                <a:tc>
                  <a:txBody>
                    <a:bodyPr/>
                    <a:lstStyle/>
                    <a:p>
                      <a:r>
                        <a:rPr kumimoji="0" lang="en-US" sz="1500" b="0" i="0" u="none" strike="noStrike" kern="1200" cap="none" spc="0" normalizeH="0" baseline="0">
                          <a:ln>
                            <a:noFill/>
                          </a:ln>
                          <a:effectLst/>
                          <a:uLnTx/>
                          <a:uFillTx/>
                          <a:latin typeface="Times New Roman" panose="02020603050405020304" pitchFamily="18" charset="0"/>
                          <a:ea typeface="+mn-ea"/>
                          <a:cs typeface="Times New Roman" panose="02020603050405020304" pitchFamily="18" charset="0"/>
                        </a:rPr>
                        <a:t>Tools</a:t>
                      </a:r>
                    </a:p>
                  </a:txBody>
                  <a:tcPr/>
                </a:tc>
                <a:tc>
                  <a:txBody>
                    <a:bodyPr/>
                    <a:lstStyle/>
                    <a:p>
                      <a:r>
                        <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Git, Postman, Swagger, Eclipse, Visual Studio Code</a:t>
                      </a:r>
                    </a:p>
                  </a:txBody>
                  <a:tcPr/>
                </a:tc>
                <a:extLst>
                  <a:ext uri="{0D108BD9-81ED-4DB2-BD59-A6C34878D82A}">
                    <a16:rowId xmlns:a16="http://schemas.microsoft.com/office/drawing/2014/main" val="10009"/>
                  </a:ext>
                </a:extLst>
              </a:tr>
              <a:tr h="809378">
                <a:tc>
                  <a:txBody>
                    <a:bodyPr/>
                    <a:lstStyle/>
                    <a:p>
                      <a:r>
                        <a:rPr kumimoji="0" lang="en-US" sz="1500" b="0" i="0" u="none" strike="noStrike" kern="1200" cap="none" spc="0" normalizeH="0" baseline="0">
                          <a:ln>
                            <a:noFill/>
                          </a:ln>
                          <a:effectLst/>
                          <a:uLnTx/>
                          <a:uFillTx/>
                          <a:latin typeface="Times New Roman" panose="02020603050405020304" pitchFamily="18" charset="0"/>
                          <a:ea typeface="+mn-ea"/>
                          <a:cs typeface="Times New Roman" panose="02020603050405020304" pitchFamily="18" charset="0"/>
                        </a:rPr>
                        <a:t>Add On skills</a:t>
                      </a:r>
                    </a:p>
                  </a:txBody>
                  <a:tcPr/>
                </a:tc>
                <a:tc>
                  <a:txBody>
                    <a:bodyPr/>
                    <a:lstStyle/>
                    <a:p>
                      <a:r>
                        <a:rPr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 </a:t>
                      </a:r>
                      <a:r>
                        <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rPr>
                        <a:t>Immersive learning</a:t>
                      </a:r>
                    </a:p>
                    <a:p>
                      <a:endParaRPr kumimoji="0" lang="en-US" sz="1500" b="0" i="0" u="none" strike="noStrike" kern="1200" cap="none" spc="0" normalizeH="0" baseline="0" dirty="0">
                        <a:ln>
                          <a:noFill/>
                        </a:ln>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10"/>
                  </a:ext>
                </a:extLst>
              </a:tr>
            </a:tbl>
          </a:graphicData>
        </a:graphic>
      </p:graphicFrame>
      <p:sp>
        <p:nvSpPr>
          <p:cNvPr id="7171" name="Text Placeholder 21"/>
          <p:cNvSpPr>
            <a:spLocks noGrp="1"/>
          </p:cNvSpPr>
          <p:nvPr>
            <p:ph type="body" sz="quarter" idx="42"/>
          </p:nvPr>
        </p:nvSpPr>
        <p:spPr>
          <a:xfrm>
            <a:off x="2468282" y="713412"/>
            <a:ext cx="6056312" cy="451004"/>
          </a:xfrm>
        </p:spPr>
        <p:txBody>
          <a:bodyPr/>
          <a:lstStyle/>
          <a:p>
            <a:pPr fontAlgn="base">
              <a:spcBef>
                <a:spcPct val="0"/>
              </a:spcBef>
            </a:pPr>
            <a:r>
              <a:rPr lang="nl-NL" altLang="nl-NL"/>
              <a:t>Analyst/Software Engineer</a:t>
            </a:r>
          </a:p>
        </p:txBody>
      </p:sp>
      <p:sp>
        <p:nvSpPr>
          <p:cNvPr id="7173" name="Text Placeholder 24"/>
          <p:cNvSpPr>
            <a:spLocks noGrp="1"/>
          </p:cNvSpPr>
          <p:nvPr>
            <p:ph type="body" sz="quarter" idx="47"/>
          </p:nvPr>
        </p:nvSpPr>
        <p:spPr>
          <a:xfrm>
            <a:off x="3268208" y="1596211"/>
            <a:ext cx="3911526" cy="220818"/>
          </a:xfrm>
        </p:spPr>
        <p:txBody>
          <a:bodyPr vert="horz" lIns="0" tIns="0" rIns="0" bIns="0" rtlCol="0" anchor="t">
            <a:noAutofit/>
          </a:bodyPr>
          <a:lstStyle/>
          <a:p>
            <a:r>
              <a:rPr lang="nl-NL" altLang="nl-NL" dirty="0">
                <a:solidFill>
                  <a:srgbClr val="88D5ED"/>
                </a:solidFill>
              </a:rPr>
              <a:t>VEERA-VENKATA.PRATTIPATI@CAPGEMINI.COM</a:t>
            </a:r>
            <a:endParaRPr lang="nl-NL" altLang="nl-NL" dirty="0"/>
          </a:p>
        </p:txBody>
      </p:sp>
      <p:sp>
        <p:nvSpPr>
          <p:cNvPr id="7175" name="Text Placeholder 26"/>
          <p:cNvSpPr>
            <a:spLocks noGrp="1"/>
          </p:cNvSpPr>
          <p:nvPr>
            <p:ph type="body" sz="quarter" idx="50"/>
          </p:nvPr>
        </p:nvSpPr>
        <p:spPr>
          <a:xfrm>
            <a:off x="338264" y="2675733"/>
            <a:ext cx="3978346" cy="3919956"/>
          </a:xfrm>
        </p:spPr>
        <p:txBody>
          <a:bodyPr vert="horz" lIns="0" tIns="0" rIns="0" bIns="0" rtlCol="0" anchor="t">
            <a:noAutofit/>
          </a:bodyPr>
          <a:lstStyle/>
          <a:p>
            <a:endParaRPr lang="en-US" altLang="en-US" sz="1450" b="1" dirty="0">
              <a:ea typeface="Verdana"/>
            </a:endParaRPr>
          </a:p>
          <a:p>
            <a:pPr marL="171450" indent="-171450">
              <a:buFont typeface="Arial" panose="020B0604020202020204" pitchFamily="34" charset="0"/>
              <a:buChar char="•"/>
            </a:pPr>
            <a:r>
              <a:rPr lang="en-US" sz="1450" dirty="0">
                <a:latin typeface="Times New Roman" panose="02020603050405020304" pitchFamily="18" charset="0"/>
                <a:cs typeface="Times New Roman" panose="02020603050405020304" pitchFamily="18" charset="0"/>
              </a:rPr>
              <a:t>Hands on experience on </a:t>
            </a:r>
            <a:r>
              <a:rPr lang="en-US" sz="1450" b="1" dirty="0">
                <a:latin typeface="Times New Roman" panose="02020603050405020304" pitchFamily="18" charset="0"/>
                <a:cs typeface="Times New Roman" panose="02020603050405020304" pitchFamily="18" charset="0"/>
              </a:rPr>
              <a:t>Core Java</a:t>
            </a:r>
            <a:r>
              <a:rPr lang="en-US" sz="1450" dirty="0">
                <a:latin typeface="Times New Roman" panose="02020603050405020304" pitchFamily="18" charset="0"/>
                <a:cs typeface="Times New Roman" panose="02020603050405020304" pitchFamily="18" charset="0"/>
              </a:rPr>
              <a:t>, </a:t>
            </a:r>
            <a:r>
              <a:rPr lang="en-US" sz="1450" b="1" dirty="0">
                <a:latin typeface="Times New Roman" panose="02020603050405020304" pitchFamily="18" charset="0"/>
                <a:cs typeface="Times New Roman" panose="02020603050405020304" pitchFamily="18" charset="0"/>
              </a:rPr>
              <a:t>SpringBoot Framework, Sql Server.</a:t>
            </a:r>
            <a:endParaRPr lang="en-US" sz="1450" b="1" dirty="0">
              <a:latin typeface="Times New Roman" panose="02020603050405020304" pitchFamily="18" charset="0"/>
              <a:ea typeface="Verdana"/>
              <a:cs typeface="Times New Roman" panose="02020603050405020304" pitchFamily="18" charset="0"/>
            </a:endParaRPr>
          </a:p>
          <a:p>
            <a:pPr marL="171450" indent="-171450">
              <a:buFont typeface="Arial" panose="020B0604020202020204" pitchFamily="34" charset="0"/>
              <a:buChar char="•"/>
            </a:pPr>
            <a:r>
              <a:rPr lang="en-US" sz="1450" dirty="0">
                <a:latin typeface="Times New Roman" panose="02020603050405020304" pitchFamily="18" charset="0"/>
                <a:cs typeface="Times New Roman" panose="02020603050405020304" pitchFamily="18" charset="0"/>
                <a:sym typeface="+mn-ea"/>
              </a:rPr>
              <a:t>Proficient in creating Single page Web Application in </a:t>
            </a:r>
            <a:r>
              <a:rPr lang="en-US" sz="1450" b="1" dirty="0">
                <a:latin typeface="Times New Roman" panose="02020603050405020304" pitchFamily="18" charset="0"/>
                <a:cs typeface="Times New Roman" panose="02020603050405020304" pitchFamily="18" charset="0"/>
                <a:sym typeface="+mn-ea"/>
              </a:rPr>
              <a:t>React </a:t>
            </a:r>
            <a:r>
              <a:rPr lang="en-US" sz="1450" dirty="0">
                <a:latin typeface="Times New Roman" panose="02020603050405020304" pitchFamily="18" charset="0"/>
                <a:cs typeface="Times New Roman" panose="02020603050405020304" pitchFamily="18" charset="0"/>
                <a:sym typeface="+mn-ea"/>
              </a:rPr>
              <a:t>with Authentication and Routing.</a:t>
            </a:r>
            <a:endParaRPr lang="en-US" altLang="en-US" sz="145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450" dirty="0">
                <a:latin typeface="Times New Roman" panose="02020603050405020304" pitchFamily="18" charset="0"/>
                <a:cs typeface="Times New Roman" panose="02020603050405020304" pitchFamily="18" charset="0"/>
                <a:sym typeface="+mn-ea"/>
              </a:rPr>
              <a:t>Hands on experience in developing web pages using </a:t>
            </a:r>
            <a:r>
              <a:rPr lang="en-US" sz="1450" b="1" dirty="0">
                <a:latin typeface="Times New Roman" panose="02020603050405020304" pitchFamily="18" charset="0"/>
                <a:cs typeface="Times New Roman" panose="02020603050405020304" pitchFamily="18" charset="0"/>
                <a:sym typeface="+mn-ea"/>
              </a:rPr>
              <a:t>HTML5, CSS3,Bootstrap , java Script Reactjs</a:t>
            </a:r>
            <a:r>
              <a:rPr lang="en-US" sz="1450" dirty="0">
                <a:latin typeface="Times New Roman" panose="02020603050405020304" pitchFamily="18" charset="0"/>
                <a:cs typeface="Times New Roman" panose="02020603050405020304" pitchFamily="18" charset="0"/>
                <a:sym typeface="+mn-ea"/>
              </a:rPr>
              <a:t>. Good understanding of Document Object Model (DOM) and DOM Functions.</a:t>
            </a:r>
          </a:p>
          <a:p>
            <a:pPr marL="171450" indent="-171450">
              <a:buFont typeface="Arial" panose="020B0604020202020204" pitchFamily="34" charset="0"/>
              <a:buChar char="•"/>
            </a:pPr>
            <a:r>
              <a:rPr lang="en-US" sz="1450" dirty="0">
                <a:latin typeface="Times New Roman" panose="02020603050405020304" pitchFamily="18" charset="0"/>
                <a:cs typeface="Times New Roman" panose="02020603050405020304" pitchFamily="18" charset="0"/>
                <a:sym typeface="+mn-ea"/>
              </a:rPr>
              <a:t>Having knowledge in Manual Testing.</a:t>
            </a:r>
            <a:endParaRPr lang="en-US" sz="1450" dirty="0">
              <a:latin typeface="Times New Roman" panose="02020603050405020304" pitchFamily="18" charset="0"/>
              <a:cs typeface="Times New Roman" panose="02020603050405020304" pitchFamily="18" charset="0"/>
            </a:endParaRPr>
          </a:p>
          <a:p>
            <a:pPr marL="171450" indent="-171450">
              <a:lnSpc>
                <a:spcPct val="113999"/>
              </a:lnSpc>
              <a:buFont typeface="Arial,Sans-Serif" panose="020B0604020202020204" pitchFamily="34" charset="0"/>
              <a:buChar char="•"/>
            </a:pPr>
            <a:r>
              <a:rPr lang="en-US" sz="1450" dirty="0">
                <a:latin typeface="Times New Roman" panose="02020603050405020304" pitchFamily="18" charset="0"/>
                <a:ea typeface="Verdana"/>
                <a:cs typeface="Times New Roman" panose="02020603050405020304" pitchFamily="18" charset="0"/>
              </a:rPr>
              <a:t> Ready to learn new technologies and implement them for the future knowledge improvement.</a:t>
            </a:r>
            <a:endParaRPr lang="en-US" sz="1450" b="1" dirty="0">
              <a:latin typeface="Times New Roman" panose="02020603050405020304" pitchFamily="18" charset="0"/>
              <a:ea typeface="+mj-lt"/>
              <a:cs typeface="Times New Roman" panose="02020603050405020304" pitchFamily="18" charset="0"/>
            </a:endParaRPr>
          </a:p>
          <a:p>
            <a:endParaRPr lang="en-US" dirty="0">
              <a:ea typeface="Verdana"/>
            </a:endParaRPr>
          </a:p>
          <a:p>
            <a:pPr marL="171450" indent="-171450">
              <a:buChar char="•"/>
            </a:pPr>
            <a:endParaRPr lang="en-US" b="1" dirty="0">
              <a:ea typeface="Verdana"/>
            </a:endParaRPr>
          </a:p>
          <a:p>
            <a:endParaRPr lang="en-US" altLang="nl-NL" dirty="0">
              <a:ea typeface="Verdana"/>
            </a:endParaRPr>
          </a:p>
          <a:p>
            <a:endParaRPr lang="en-US" altLang="nl-NL" dirty="0">
              <a:ea typeface="Verdana"/>
            </a:endParaRPr>
          </a:p>
        </p:txBody>
      </p:sp>
      <p:sp>
        <p:nvSpPr>
          <p:cNvPr id="7183" name="Text Placeholder 25"/>
          <p:cNvSpPr txBox="1">
            <a:spLocks noChangeArrowheads="1"/>
          </p:cNvSpPr>
          <p:nvPr/>
        </p:nvSpPr>
        <p:spPr bwMode="white">
          <a:xfrm>
            <a:off x="3020715" y="1963041"/>
            <a:ext cx="2381250" cy="290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680"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4155">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880" indent="-233680">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defRPr/>
            </a:pPr>
            <a:r>
              <a:rPr kumimoji="0" lang="nl-NL" altLang="nl-NL" sz="11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rPr>
              <a:t>A4</a:t>
            </a:r>
          </a:p>
        </p:txBody>
      </p:sp>
      <p:sp>
        <p:nvSpPr>
          <p:cNvPr id="5" name="Rectangle 4"/>
          <p:cNvSpPr/>
          <p:nvPr/>
        </p:nvSpPr>
        <p:spPr>
          <a:xfrm>
            <a:off x="9349483" y="561813"/>
            <a:ext cx="2657249" cy="425950"/>
          </a:xfrm>
          <a:prstGeom prst="rect">
            <a:avLst/>
          </a:prstGeom>
        </p:spPr>
        <p:txBody>
          <a:bodyPr wrap="square" lIns="91440" tIns="45720" rIns="91440" bIns="45720" anchor="t">
            <a:spAutoFit/>
          </a:bodyPr>
          <a:lstStyle/>
          <a:p>
            <a:pPr>
              <a:lnSpc>
                <a:spcPct val="114000"/>
              </a:lnSpc>
              <a:defRPr/>
            </a:pPr>
            <a:r>
              <a:rPr kumimoji="0" lang="en-US" altLang="nl-NL" sz="1000" b="0" i="0" u="none" strike="noStrike" kern="1200" cap="none" spc="0" normalizeH="0" baseline="0" noProof="0" dirty="0">
                <a:ln>
                  <a:noFill/>
                </a:ln>
                <a:effectLst/>
                <a:uLnTx/>
                <a:uFillTx/>
                <a:latin typeface="Verdana"/>
                <a:ea typeface="Verdana"/>
              </a:rPr>
              <a:t>Bachelor of </a:t>
            </a:r>
            <a:r>
              <a:rPr lang="en-US" altLang="nl-NL" sz="1000" dirty="0">
                <a:latin typeface="Verdana"/>
                <a:ea typeface="Verdana"/>
              </a:rPr>
              <a:t>Technology</a:t>
            </a:r>
            <a:r>
              <a:rPr kumimoji="0" lang="en-US" altLang="nl-NL" sz="1000" b="0" i="0" u="none" strike="noStrike" kern="1200" cap="none" spc="0" normalizeH="0" baseline="0" noProof="0" dirty="0">
                <a:ln>
                  <a:noFill/>
                </a:ln>
                <a:effectLst/>
                <a:uLnTx/>
                <a:uFillTx/>
                <a:latin typeface="Verdana"/>
                <a:ea typeface="Verdana"/>
              </a:rPr>
              <a:t>,Civil-</a:t>
            </a:r>
            <a:r>
              <a:rPr lang="en-US" altLang="nl-NL" sz="1000" dirty="0">
                <a:latin typeface="Verdana"/>
                <a:ea typeface="Verdana"/>
              </a:rPr>
              <a:t>Engineering </a:t>
            </a:r>
            <a:r>
              <a:rPr kumimoji="0" lang="en-US" altLang="nl-NL" sz="1000" b="0" i="0" u="none" strike="noStrike" kern="1200" cap="none" spc="0" normalizeH="0" baseline="0" noProof="0" dirty="0">
                <a:ln>
                  <a:noFill/>
                </a:ln>
                <a:effectLst/>
                <a:uLnTx/>
                <a:uFillTx/>
                <a:latin typeface="Verdana"/>
                <a:ea typeface="Verdana"/>
              </a:rPr>
              <a:t> 2017 - 2021</a:t>
            </a:r>
          </a:p>
        </p:txBody>
      </p:sp>
      <p:sp>
        <p:nvSpPr>
          <p:cNvPr id="6" name="Rectangle 5"/>
          <p:cNvSpPr/>
          <p:nvPr/>
        </p:nvSpPr>
        <p:spPr>
          <a:xfrm>
            <a:off x="9229726" y="1232535"/>
            <a:ext cx="937895" cy="245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panose="020B0604030504040204"/>
              <a:ea typeface="+mn-ea"/>
              <a:cs typeface="+mn-cs"/>
            </a:endParaRPr>
          </a:p>
        </p:txBody>
      </p:sp>
      <p:sp>
        <p:nvSpPr>
          <p:cNvPr id="10" name="Text Placeholder 26">
            <a:extLst>
              <a:ext uri="{FF2B5EF4-FFF2-40B4-BE49-F238E27FC236}">
                <a16:creationId xmlns:a16="http://schemas.microsoft.com/office/drawing/2014/main" id="{6DF1FD2B-013E-9F9C-CED8-35E68C6AAB5E}"/>
              </a:ext>
            </a:extLst>
          </p:cNvPr>
          <p:cNvSpPr txBox="1">
            <a:spLocks/>
          </p:cNvSpPr>
          <p:nvPr/>
        </p:nvSpPr>
        <p:spPr>
          <a:xfrm>
            <a:off x="4521242" y="2792566"/>
            <a:ext cx="3978346" cy="2858221"/>
          </a:xfrm>
          <a:prstGeom prst="rect">
            <a:avLst/>
          </a:prstGeom>
        </p:spPr>
        <p:txBody>
          <a:bodyPr vert="horz" lIns="0" tIns="0" rIns="0" bIns="0" rtlCol="0" anchor="t">
            <a:noAutofit/>
          </a:bodyPr>
          <a:lstStyle>
            <a:lvl1pPr marL="0" indent="0" algn="l" defTabSz="914400" rtl="0" eaLnBrk="1" latinLnBrk="0" hangingPunct="1">
              <a:lnSpc>
                <a:spcPct val="114000"/>
              </a:lnSpc>
              <a:spcBef>
                <a:spcPts val="1000"/>
              </a:spcBef>
              <a:buFont typeface="Arial" panose="020B0604020202020204" pitchFamily="34" charset="0"/>
              <a:buNone/>
              <a:defRPr sz="1000" u="none" kern="1200" baseline="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1100" b="1" dirty="0">
              <a:ea typeface="Verdana"/>
            </a:endParaRPr>
          </a:p>
          <a:p>
            <a:pPr marL="171450" indent="-171450">
              <a:buFont typeface="Arial" panose="020B0604020202020204" pitchFamily="34" charset="0"/>
              <a:buChar char="•"/>
            </a:pPr>
            <a:r>
              <a:rPr lang="en-US" altLang="en-US" sz="1450" dirty="0">
                <a:latin typeface="Times New Roman" panose="02020603050405020304" pitchFamily="18" charset="0"/>
                <a:ea typeface="Verdana"/>
                <a:cs typeface="Times New Roman" panose="02020603050405020304" pitchFamily="18" charset="0"/>
              </a:rPr>
              <a:t>Completed Case study on </a:t>
            </a:r>
            <a:r>
              <a:rPr lang="en-US" altLang="en-US" sz="1450" b="1" dirty="0">
                <a:latin typeface="Times New Roman" panose="02020603050405020304" pitchFamily="18" charset="0"/>
                <a:ea typeface="Verdana"/>
                <a:cs typeface="Times New Roman" panose="02020603050405020304" pitchFamily="18" charset="0"/>
              </a:rPr>
              <a:t>Credit-cards-System</a:t>
            </a:r>
            <a:r>
              <a:rPr lang="en-US" altLang="en-US" sz="1450" dirty="0">
                <a:latin typeface="Times New Roman" panose="02020603050405020304" pitchFamily="18" charset="0"/>
                <a:ea typeface="Verdana"/>
                <a:cs typeface="Times New Roman" panose="02020603050405020304" pitchFamily="18" charset="0"/>
              </a:rPr>
              <a:t> along with API, Swagger, responsive UI with HTML5, CSS, Bootstrap and React used as User Interface.</a:t>
            </a:r>
          </a:p>
          <a:p>
            <a:pPr marL="171450" indent="-171450">
              <a:buFont typeface="Arial" panose="020B0604020202020204" pitchFamily="34" charset="0"/>
              <a:buChar char="•"/>
            </a:pPr>
            <a:r>
              <a:rPr lang="en-US" sz="1450" dirty="0">
                <a:latin typeface="Times New Roman" panose="02020603050405020304" pitchFamily="18" charset="0"/>
                <a:ea typeface="Verdana"/>
                <a:cs typeface="Times New Roman" panose="02020603050405020304" pitchFamily="18" charset="0"/>
              </a:rPr>
              <a:t>Degreed: Successfully completed Git&amp;Github, MongoDB.</a:t>
            </a:r>
          </a:p>
          <a:p>
            <a:endParaRPr lang="en-US" altLang="nl-NL" sz="1450" dirty="0">
              <a:latin typeface="Times New Roman" panose="02020603050405020304" pitchFamily="18" charset="0"/>
              <a:ea typeface="Verdana"/>
              <a:cs typeface="Times New Roman" panose="02020603050405020304" pitchFamily="18" charset="0"/>
            </a:endParaRPr>
          </a:p>
          <a:p>
            <a:endParaRPr lang="en-US" altLang="nl-NL" dirty="0">
              <a:ea typeface="Verdana"/>
            </a:endParaRPr>
          </a:p>
          <a:p>
            <a:endParaRPr lang="en-US" altLang="nl-NL" dirty="0">
              <a:ea typeface="Verdana"/>
            </a:endParaRPr>
          </a:p>
          <a:p>
            <a:endParaRPr lang="en-US" altLang="nl-NL" dirty="0">
              <a:ea typeface="Verdana"/>
            </a:endParaRPr>
          </a:p>
          <a:p>
            <a:endParaRPr lang="en-US" altLang="nl-NL" dirty="0">
              <a:ea typeface="Verdana"/>
            </a:endParaRPr>
          </a:p>
        </p:txBody>
      </p:sp>
      <p:sp>
        <p:nvSpPr>
          <p:cNvPr id="12" name="Text Placeholder 11">
            <a:extLst>
              <a:ext uri="{FF2B5EF4-FFF2-40B4-BE49-F238E27FC236}">
                <a16:creationId xmlns:a16="http://schemas.microsoft.com/office/drawing/2014/main" id="{9771D583-6EB4-4724-922A-23D2392C5508}"/>
              </a:ext>
            </a:extLst>
          </p:cNvPr>
          <p:cNvSpPr>
            <a:spLocks noGrp="1"/>
          </p:cNvSpPr>
          <p:nvPr>
            <p:ph type="body" sz="quarter" idx="41"/>
          </p:nvPr>
        </p:nvSpPr>
        <p:spPr/>
        <p:txBody>
          <a:bodyPr/>
          <a:lstStyle/>
          <a:p>
            <a:r>
              <a:rPr lang="en-IN" dirty="0"/>
              <a:t>VEERA VENKATA SATYANARAYANA.P</a:t>
            </a:r>
          </a:p>
        </p:txBody>
      </p:sp>
      <p:sp>
        <p:nvSpPr>
          <p:cNvPr id="14" name="Text Placeholder 13">
            <a:extLst>
              <a:ext uri="{FF2B5EF4-FFF2-40B4-BE49-F238E27FC236}">
                <a16:creationId xmlns:a16="http://schemas.microsoft.com/office/drawing/2014/main" id="{CF8A90D3-854C-485A-B398-0E8AF34FAE7E}"/>
              </a:ext>
            </a:extLst>
          </p:cNvPr>
          <p:cNvSpPr>
            <a:spLocks noGrp="1"/>
          </p:cNvSpPr>
          <p:nvPr>
            <p:ph type="body" sz="quarter" idx="43"/>
          </p:nvPr>
        </p:nvSpPr>
        <p:spPr>
          <a:xfrm>
            <a:off x="3631205" y="1365922"/>
            <a:ext cx="2573867" cy="270636"/>
          </a:xfrm>
        </p:spPr>
        <p:txBody>
          <a:bodyPr/>
          <a:lstStyle/>
          <a:p>
            <a:r>
              <a:rPr lang="en-IN" dirty="0"/>
              <a:t>Bangalore</a:t>
            </a:r>
          </a:p>
        </p:txBody>
      </p:sp>
      <p:sp>
        <p:nvSpPr>
          <p:cNvPr id="16" name="Text Placeholder 15">
            <a:extLst>
              <a:ext uri="{FF2B5EF4-FFF2-40B4-BE49-F238E27FC236}">
                <a16:creationId xmlns:a16="http://schemas.microsoft.com/office/drawing/2014/main" id="{8062924F-68CA-439E-B2A5-F0779FF9CA6A}"/>
              </a:ext>
            </a:extLst>
          </p:cNvPr>
          <p:cNvSpPr>
            <a:spLocks noGrp="1"/>
          </p:cNvSpPr>
          <p:nvPr>
            <p:ph type="body" sz="quarter" idx="48"/>
          </p:nvPr>
        </p:nvSpPr>
        <p:spPr>
          <a:xfrm>
            <a:off x="3334586" y="1822186"/>
            <a:ext cx="2373312" cy="256249"/>
          </a:xfrm>
        </p:spPr>
        <p:txBody>
          <a:bodyPr/>
          <a:lstStyle/>
          <a:p>
            <a:r>
              <a:rPr lang="en-IN" dirty="0"/>
              <a:t>+91 9393962988</a:t>
            </a:r>
          </a:p>
        </p:txBody>
      </p:sp>
      <p:pic>
        <p:nvPicPr>
          <p:cNvPr id="8" name="Picture Placeholder 7" descr="A person wearing glasses&#10;&#10;Description automatically generated with medium confidence">
            <a:extLst>
              <a:ext uri="{FF2B5EF4-FFF2-40B4-BE49-F238E27FC236}">
                <a16:creationId xmlns:a16="http://schemas.microsoft.com/office/drawing/2014/main" id="{D6FE3492-FB19-4A31-8FC2-E5A987E6F243}"/>
              </a:ext>
            </a:extLst>
          </p:cNvPr>
          <p:cNvPicPr>
            <a:picLocks noGrp="1" noChangeAspect="1"/>
          </p:cNvPicPr>
          <p:nvPr>
            <p:ph type="pic" sz="quarter" idx="46"/>
          </p:nvPr>
        </p:nvPicPr>
        <p:blipFill>
          <a:blip r:embed="rId3" cstate="print">
            <a:extLst>
              <a:ext uri="{28A0092B-C50C-407E-A947-70E740481C1C}">
                <a14:useLocalDpi xmlns:a14="http://schemas.microsoft.com/office/drawing/2010/main" val="0"/>
              </a:ext>
            </a:extLst>
          </a:blip>
          <a:srcRect t="10000" b="10000"/>
          <a:stretch>
            <a:fillRect/>
          </a:stretch>
        </p:blipFill>
        <p:spPr>
          <a:xfrm>
            <a:off x="392697" y="214682"/>
            <a:ext cx="1734208" cy="1735628"/>
          </a:xfr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5A248773DC9D48BF09FA863687EDD5" ma:contentTypeVersion="2" ma:contentTypeDescription="Create a new document." ma:contentTypeScope="" ma:versionID="42c1056a85c3fb3ade343eee025f50f6">
  <xsd:schema xmlns:xsd="http://www.w3.org/2001/XMLSchema" xmlns:xs="http://www.w3.org/2001/XMLSchema" xmlns:p="http://schemas.microsoft.com/office/2006/metadata/properties" xmlns:ns2="23e0b11b-d854-4e13-b2dc-268ff2d1feba" targetNamespace="http://schemas.microsoft.com/office/2006/metadata/properties" ma:root="true" ma:fieldsID="b7c70e4f06a8a228146d59eef8ff01f1" ns2:_="">
    <xsd:import namespace="23e0b11b-d854-4e13-b2dc-268ff2d1feb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e0b11b-d854-4e13-b2dc-268ff2d1f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B2646B-3E1A-4379-BB87-589407B69094}">
  <ds:schemaRefs>
    <ds:schemaRef ds:uri="23e0b11b-d854-4e13-b2dc-268ff2d1fe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E635420-4604-4FB5-BA27-53902849075F}">
  <ds:schemaRefs>
    <ds:schemaRef ds:uri="http://schemas.microsoft.com/sharepoint/v3/contenttype/forms"/>
  </ds:schemaRefs>
</ds:datastoreItem>
</file>

<file path=customXml/itemProps3.xml><?xml version="1.0" encoding="utf-8"?>
<ds:datastoreItem xmlns:ds="http://schemas.openxmlformats.org/officeDocument/2006/customXml" ds:itemID="{19F4A6AC-CE94-428B-8F8A-EB4BD932BDC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531</TotalTime>
  <Words>210</Words>
  <Application>Microsoft Office PowerPoint</Application>
  <PresentationFormat>Widescreen</PresentationFormat>
  <Paragraphs>35</Paragraphs>
  <Slides>1</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9" baseType="lpstr">
      <vt:lpstr>Arial</vt:lpstr>
      <vt:lpstr>Arial,Sans-Serif</vt:lpstr>
      <vt:lpstr>Times New Roman</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prattipati, Veera Venkata</cp:lastModifiedBy>
  <cp:revision>22</cp:revision>
  <dcterms:created xsi:type="dcterms:W3CDTF">2020-09-22T06:24:00Z</dcterms:created>
  <dcterms:modified xsi:type="dcterms:W3CDTF">2022-06-21T05:38:50Z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0x010100F75A248773DC9D48BF09FA863687EDD5</vt:lpwstr>
  </property>
  <property fmtid="{D5CDD505-2E9C-101B-9397-08002B2CF9AE}" pid="3" name="KSOProductBuildVer">
    <vt:lpwstr>1033-11.2.0.10152</vt:lpwstr>
  </property>
</Properties>
</file>